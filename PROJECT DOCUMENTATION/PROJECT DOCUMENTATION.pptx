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2" autoAdjust="0"/>
    <p:restoredTop sz="94660"/>
  </p:normalViewPr>
  <p:slideViewPr>
    <p:cSldViewPr snapToGrid="0">
      <p:cViewPr varScale="1">
        <p:scale>
          <a:sx n="65" d="100"/>
          <a:sy n="65" d="100"/>
        </p:scale>
        <p:origin x="6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76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74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21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86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30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9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02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07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66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39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02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A1F98-24CD-4A6F-8BD5-501EDD387B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DF913-45D7-48B3-9F70-AF388D6C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62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4904" y="309235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AutoNum type="arabicPeriod"/>
            </a:pPr>
            <a:r>
              <a:rPr lang="en-IN" dirty="0" smtClean="0"/>
              <a:t>Employee data management is an important task in any organization. Traditionally, records are maintained manually, which leads to errors, data loss, and time consumption.</a:t>
            </a:r>
          </a:p>
          <a:p>
            <a:pPr marL="342900" indent="-342900">
              <a:buAutoNum type="arabicPeriod"/>
            </a:pPr>
            <a:r>
              <a:rPr lang="en-IN" dirty="0" smtClean="0"/>
              <a:t>The Automating Employee Data Management System is developed to store, </a:t>
            </a:r>
            <a:r>
              <a:rPr lang="en-IN" dirty="0" err="1" smtClean="0"/>
              <a:t>manage,and</a:t>
            </a:r>
            <a:r>
              <a:rPr lang="en-IN" dirty="0" smtClean="0"/>
              <a:t> retrieve employee details efficiently using software. It reduces manual work and improves accuracy.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IN" dirty="0" smtClean="0"/>
          </a:p>
          <a:p>
            <a:pPr marL="342900" indent="-342900">
              <a:buAutoNum type="arabicPeriod"/>
            </a:pPr>
            <a:endParaRPr lang="en-IN" dirty="0" smtClean="0"/>
          </a:p>
        </p:txBody>
      </p:sp>
      <p:sp>
        <p:nvSpPr>
          <p:cNvPr id="3" name="Rectangle 2"/>
          <p:cNvSpPr/>
          <p:nvPr/>
        </p:nvSpPr>
        <p:spPr>
          <a:xfrm>
            <a:off x="668594" y="-323166"/>
            <a:ext cx="19369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US" dirty="0" smtClean="0"/>
              <a:t>,,</a:t>
            </a:r>
            <a:endParaRPr lang="en-IN" dirty="0" smtClean="0"/>
          </a:p>
        </p:txBody>
      </p:sp>
      <p:sp>
        <p:nvSpPr>
          <p:cNvPr id="4" name="Rectangle 3"/>
          <p:cNvSpPr/>
          <p:nvPr/>
        </p:nvSpPr>
        <p:spPr>
          <a:xfrm>
            <a:off x="786581" y="2576053"/>
            <a:ext cx="75806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2. OBJECTIVE</a:t>
            </a:r>
          </a:p>
          <a:p>
            <a:r>
              <a:rPr lang="en-IN" dirty="0" smtClean="0"/>
              <a:t>To automate employee record management</a:t>
            </a:r>
          </a:p>
          <a:p>
            <a:r>
              <a:rPr lang="en-IN" dirty="0" smtClean="0"/>
              <a:t>To reduce manual errors</a:t>
            </a:r>
          </a:p>
          <a:p>
            <a:r>
              <a:rPr lang="en-IN" dirty="0" smtClean="0"/>
              <a:t>To store employee details securely</a:t>
            </a:r>
          </a:p>
          <a:p>
            <a:r>
              <a:rPr lang="en-IN" dirty="0" smtClean="0"/>
              <a:t>To provide quick access to employee information</a:t>
            </a:r>
          </a:p>
          <a:p>
            <a:r>
              <a:rPr lang="en-IN" dirty="0" smtClean="0"/>
              <a:t>To improve efficiency and productivity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884904" y="454134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3. PROBLEM STATEMENT </a:t>
            </a:r>
          </a:p>
          <a:p>
            <a:r>
              <a:rPr lang="en-IN" dirty="0" smtClean="0"/>
              <a:t>Manual employee data handling is:</a:t>
            </a:r>
          </a:p>
          <a:p>
            <a:r>
              <a:rPr lang="en-IN" dirty="0" smtClean="0"/>
              <a:t>Time-consuming</a:t>
            </a:r>
          </a:p>
          <a:p>
            <a:r>
              <a:rPr lang="en-IN" dirty="0" smtClean="0"/>
              <a:t>Error-prone</a:t>
            </a:r>
          </a:p>
          <a:p>
            <a:r>
              <a:rPr lang="en-IN" dirty="0" smtClean="0"/>
              <a:t>Difficult to maintain</a:t>
            </a:r>
          </a:p>
          <a:p>
            <a:r>
              <a:rPr lang="en-IN" dirty="0" smtClean="0"/>
              <a:t>Not secure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84904" y="-39330"/>
            <a:ext cx="60434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INTRODUCTION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79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1445" y="658761"/>
            <a:ext cx="864255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4. PROPOSED SYSTEM</a:t>
            </a:r>
          </a:p>
          <a:p>
            <a:r>
              <a:rPr lang="en-IN" dirty="0" smtClean="0"/>
              <a:t>The system will:</a:t>
            </a:r>
          </a:p>
          <a:p>
            <a:r>
              <a:rPr lang="en-IN" dirty="0" smtClean="0"/>
              <a:t>Add new employee details</a:t>
            </a:r>
          </a:p>
          <a:p>
            <a:r>
              <a:rPr lang="en-IN" dirty="0" smtClean="0"/>
              <a:t>Update employee information</a:t>
            </a:r>
          </a:p>
          <a:p>
            <a:r>
              <a:rPr lang="en-IN" dirty="0" smtClean="0"/>
              <a:t>Delete employee records</a:t>
            </a:r>
          </a:p>
          <a:p>
            <a:r>
              <a:rPr lang="en-IN" dirty="0" smtClean="0"/>
              <a:t>Search employee details</a:t>
            </a:r>
          </a:p>
          <a:p>
            <a:r>
              <a:rPr lang="en-IN" dirty="0" smtClean="0"/>
              <a:t>Display all employee records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01445" y="3175818"/>
            <a:ext cx="86425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5. SYSTEM REQUIREMENTS</a:t>
            </a:r>
          </a:p>
          <a:p>
            <a:r>
              <a:rPr lang="en-IN" dirty="0" smtClean="0"/>
              <a:t>Hardware Requirements</a:t>
            </a:r>
          </a:p>
          <a:p>
            <a:r>
              <a:rPr lang="en-IN" dirty="0" smtClean="0"/>
              <a:t>Computer / Laptop</a:t>
            </a:r>
          </a:p>
          <a:p>
            <a:r>
              <a:rPr lang="en-IN" dirty="0" smtClean="0"/>
              <a:t>Minimum 4GB RAM</a:t>
            </a:r>
          </a:p>
          <a:p>
            <a:r>
              <a:rPr lang="en-IN" dirty="0" smtClean="0"/>
              <a:t>Software Requirements</a:t>
            </a:r>
          </a:p>
          <a:p>
            <a:r>
              <a:rPr lang="en-IN" dirty="0" smtClean="0"/>
              <a:t>Programming Language: Python / Java / C++</a:t>
            </a:r>
          </a:p>
          <a:p>
            <a:r>
              <a:rPr lang="en-IN" dirty="0" smtClean="0"/>
              <a:t>Database: MySQL / SQLite</a:t>
            </a:r>
          </a:p>
          <a:p>
            <a:r>
              <a:rPr lang="en-IN" dirty="0" smtClean="0"/>
              <a:t>Operating System: Windows / Linux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0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135" y="304801"/>
            <a:ext cx="885886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6. SYSTEM DESIGN</a:t>
            </a:r>
          </a:p>
          <a:p>
            <a:r>
              <a:rPr lang="en-IN" dirty="0" smtClean="0"/>
              <a:t>Modules:</a:t>
            </a:r>
          </a:p>
          <a:p>
            <a:pPr marL="342900" indent="-342900">
              <a:buAutoNum type="arabicPeriod"/>
            </a:pPr>
            <a:r>
              <a:rPr lang="en-IN" dirty="0" smtClean="0"/>
              <a:t>Employee Registration</a:t>
            </a:r>
          </a:p>
          <a:p>
            <a:pPr marL="342900" indent="-342900">
              <a:buAutoNum type="arabicPeriod"/>
            </a:pPr>
            <a:r>
              <a:rPr lang="en-IN" dirty="0" smtClean="0"/>
              <a:t>2. Data Storage</a:t>
            </a:r>
          </a:p>
          <a:p>
            <a:pPr marL="342900" indent="-342900">
              <a:buAutoNum type="arabicPeriod"/>
            </a:pPr>
            <a:r>
              <a:rPr lang="en-IN" dirty="0" smtClean="0"/>
              <a:t>3. Search Module</a:t>
            </a:r>
          </a:p>
          <a:p>
            <a:pPr marL="342900" indent="-342900">
              <a:buAutoNum type="arabicPeriod"/>
            </a:pPr>
            <a:r>
              <a:rPr lang="en-IN" dirty="0" smtClean="0"/>
              <a:t>4. Update Module</a:t>
            </a:r>
          </a:p>
          <a:p>
            <a:pPr marL="342900" indent="-342900">
              <a:buAutoNum type="arabicPeriod"/>
            </a:pPr>
            <a:r>
              <a:rPr lang="en-IN" dirty="0" smtClean="0"/>
              <a:t>5. Delete Module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06477" y="3008671"/>
            <a:ext cx="893752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7. IMPLEMENTATION</a:t>
            </a:r>
          </a:p>
          <a:p>
            <a:r>
              <a:rPr lang="en-IN" dirty="0" smtClean="0"/>
              <a:t>Example (Python logic):</a:t>
            </a:r>
          </a:p>
          <a:p>
            <a:r>
              <a:rPr lang="en-IN" dirty="0" smtClean="0"/>
              <a:t>Use classes for Employee</a:t>
            </a:r>
          </a:p>
          <a:p>
            <a:r>
              <a:rPr lang="en-IN" dirty="0" smtClean="0"/>
              <a:t>Store data in list or database</a:t>
            </a:r>
          </a:p>
          <a:p>
            <a:r>
              <a:rPr lang="en-IN" dirty="0" smtClean="0"/>
              <a:t>Functions for add, delete, update, search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5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6813" y="78658"/>
            <a:ext cx="89571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8. SAMPLE CODE</a:t>
            </a:r>
          </a:p>
          <a:p>
            <a:r>
              <a:rPr lang="en-IN" dirty="0" smtClean="0"/>
              <a:t> (Python)class Employee:    </a:t>
            </a:r>
            <a:r>
              <a:rPr lang="en-IN" dirty="0" err="1" smtClean="0"/>
              <a:t>def</a:t>
            </a:r>
            <a:r>
              <a:rPr lang="en-IN" dirty="0" smtClean="0"/>
              <a:t> _</a:t>
            </a:r>
            <a:r>
              <a:rPr lang="en-IN" dirty="0" err="1" smtClean="0"/>
              <a:t>init</a:t>
            </a:r>
            <a:r>
              <a:rPr lang="en-IN" dirty="0" smtClean="0"/>
              <a:t>_(self, id, name, salary):        self.id = id        self.name = name        </a:t>
            </a:r>
            <a:r>
              <a:rPr lang="en-IN" dirty="0" err="1" smtClean="0"/>
              <a:t>self.salary</a:t>
            </a:r>
            <a:r>
              <a:rPr lang="en-IN" dirty="0" smtClean="0"/>
              <a:t> = </a:t>
            </a:r>
            <a:r>
              <a:rPr lang="en-IN" dirty="0" err="1" smtClean="0"/>
              <a:t>salaryemployees</a:t>
            </a:r>
            <a:r>
              <a:rPr lang="en-IN" dirty="0" smtClean="0"/>
              <a:t> = []</a:t>
            </a:r>
            <a:r>
              <a:rPr lang="en-IN" dirty="0" err="1" smtClean="0"/>
              <a:t>def</a:t>
            </a:r>
            <a:r>
              <a:rPr lang="en-IN" dirty="0" smtClean="0"/>
              <a:t> </a:t>
            </a:r>
            <a:r>
              <a:rPr lang="en-IN" dirty="0" err="1" smtClean="0"/>
              <a:t>add_employee</a:t>
            </a:r>
            <a:r>
              <a:rPr lang="en-IN" dirty="0" smtClean="0"/>
              <a:t>():    id = input("Enter ID: ")    name = input("Enter Name: ")    salary = input("Enter Salary: ")    </a:t>
            </a:r>
            <a:r>
              <a:rPr lang="en-IN" dirty="0" err="1" smtClean="0"/>
              <a:t>employees.append</a:t>
            </a:r>
            <a:r>
              <a:rPr lang="en-IN" dirty="0" smtClean="0"/>
              <a:t>(Employee(id, name, salary))</a:t>
            </a:r>
            <a:r>
              <a:rPr lang="en-IN" dirty="0" err="1" smtClean="0"/>
              <a:t>def</a:t>
            </a:r>
            <a:r>
              <a:rPr lang="en-IN" dirty="0" smtClean="0"/>
              <a:t> display():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98323" y="2015613"/>
            <a:ext cx="90456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9. OUTPUTE</a:t>
            </a:r>
          </a:p>
          <a:p>
            <a:r>
              <a:rPr lang="en-IN" dirty="0" err="1" smtClean="0"/>
              <a:t>mployee</a:t>
            </a:r>
            <a:r>
              <a:rPr lang="en-IN" dirty="0" smtClean="0"/>
              <a:t> details displayed correctly</a:t>
            </a:r>
          </a:p>
          <a:p>
            <a:r>
              <a:rPr lang="en-IN" dirty="0" smtClean="0"/>
              <a:t>Data stored and retrieved efficiently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8322" y="3121571"/>
            <a:ext cx="90456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10. ADVANTAGES</a:t>
            </a:r>
          </a:p>
          <a:p>
            <a:r>
              <a:rPr lang="en-IN" dirty="0" smtClean="0"/>
              <a:t>Saves time</a:t>
            </a:r>
          </a:p>
          <a:p>
            <a:r>
              <a:rPr lang="en-IN" dirty="0" smtClean="0"/>
              <a:t>Reduces errors</a:t>
            </a:r>
          </a:p>
          <a:p>
            <a:r>
              <a:rPr lang="en-IN" dirty="0" smtClean="0"/>
              <a:t>Easy to use</a:t>
            </a:r>
          </a:p>
          <a:p>
            <a:r>
              <a:rPr lang="en-IN" dirty="0" smtClean="0"/>
              <a:t>Secure data handling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17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2787" y="403123"/>
            <a:ext cx="872121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11. LIMITATIONS</a:t>
            </a:r>
          </a:p>
          <a:p>
            <a:r>
              <a:rPr lang="en-IN" dirty="0" smtClean="0"/>
              <a:t>Requires basic system knowledge</a:t>
            </a:r>
          </a:p>
          <a:p>
            <a:r>
              <a:rPr lang="en-IN" dirty="0" smtClean="0"/>
              <a:t>Needs database setup</a:t>
            </a:r>
          </a:p>
          <a:p>
            <a:endParaRPr lang="en-IN" dirty="0"/>
          </a:p>
          <a:p>
            <a:r>
              <a:rPr lang="en-IN" dirty="0" smtClean="0"/>
              <a:t>12. FUTURE ENHANCEMENT</a:t>
            </a:r>
          </a:p>
          <a:p>
            <a:r>
              <a:rPr lang="en-IN" dirty="0" smtClean="0"/>
              <a:t>Web-based system</a:t>
            </a:r>
          </a:p>
          <a:p>
            <a:r>
              <a:rPr lang="en-IN" dirty="0" smtClean="0"/>
              <a:t>Login authentication</a:t>
            </a:r>
          </a:p>
          <a:p>
            <a:r>
              <a:rPr lang="en-IN" dirty="0" smtClean="0"/>
              <a:t>Cloud storage integration</a:t>
            </a:r>
          </a:p>
          <a:p>
            <a:endParaRPr lang="en-IN" dirty="0"/>
          </a:p>
          <a:p>
            <a:r>
              <a:rPr lang="en-IN" dirty="0" smtClean="0"/>
              <a:t>13. CONCLUSION</a:t>
            </a:r>
          </a:p>
          <a:p>
            <a:r>
              <a:rPr lang="en-IN" dirty="0" smtClean="0"/>
              <a:t>The system successfully automates employee data management. It improves efficiency, accuracy, and data security compared to manual methods.</a:t>
            </a:r>
          </a:p>
          <a:p>
            <a:endParaRPr lang="en-IN" dirty="0"/>
          </a:p>
          <a:p>
            <a:r>
              <a:rPr lang="en-IN" dirty="0" smtClean="0"/>
              <a:t>14. REFERENCES</a:t>
            </a:r>
          </a:p>
          <a:p>
            <a:r>
              <a:rPr lang="en-IN" dirty="0" smtClean="0"/>
              <a:t>Programming textbooks</a:t>
            </a:r>
          </a:p>
          <a:p>
            <a:r>
              <a:rPr lang="en-IN" dirty="0" smtClean="0"/>
              <a:t>Online tutorials (Python / Java)</a:t>
            </a:r>
          </a:p>
          <a:p>
            <a:r>
              <a:rPr lang="en-IN" dirty="0" smtClean="0"/>
              <a:t>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0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367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created xsi:type="dcterms:W3CDTF">2026-04-13T07:36:30Z</dcterms:created>
  <dcterms:modified xsi:type="dcterms:W3CDTF">2026-04-13T08:04:05Z</dcterms:modified>
</cp:coreProperties>
</file>